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 Hub</c:v>
                </c:pt>
              </c:strCache>
            </c:strRef>
          </c:tx>
          <c:spPr>
            <a:solidFill>
              <a:srgbClr val="BFBFBF"/>
            </a:solidFill>
            <a:ln w="22225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12</c:v>
                </c:pt>
                <c:pt idx="2">
                  <c:v>9</c:v>
                </c:pt>
                <c:pt idx="3">
                  <c:v>13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 Hub</c:v>
                </c:pt>
              </c:strCache>
            </c:strRef>
          </c:tx>
          <c:spPr>
            <a:solidFill>
              <a:srgbClr val="C00000"/>
            </a:solidFill>
            <a:ln w="22225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22</c:v>
                </c:pt>
                <c:pt idx="2">
                  <c:v>36</c:v>
                </c:pt>
                <c:pt idx="3">
                  <c:v>52</c:v>
                </c:pt>
                <c:pt idx="4">
                  <c:v>70</c:v>
                </c:pt>
                <c:pt idx="5">
                  <c:v>90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改善幅度</c:v>
                </c:pt>
              </c:strCache>
            </c:strRef>
          </c:tx>
          <c:spPr>
            <a:solidFill>
              <a:srgbClr val="2E9E9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40404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重复探索</c:v>
                  </c:pt>
                  <c:pt idx="1">
                    <c:v>冷启动</c:v>
                  </c:pt>
                  <c:pt idx="2">
                    <c:v>命中率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70</c:v>
                </c:pt>
                <c:pt idx="2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650" u="none">
                  <a:solidFill>
                    <a:srgbClr val="40404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1164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Hub：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鸿蒙内核智能优化的团队级自进化经验中枢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（提案人 00XXXXXX）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274320" y="841248"/>
            <a:ext cx="50749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77256" y="841248"/>
            <a:ext cx="642823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创新方案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4389120"/>
            <a:ext cx="5074920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77256" y="4389120"/>
            <a:ext cx="6428232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收益和商业价值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912" y="950976"/>
            <a:ext cx="4745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驱动的内核优化（内存底噪 · 指令数 · 功耗）规模化铺开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——真瓶颈不是「单次优化」，而是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「经验能否复利积累」</a:t>
            </a:r>
            <a:endParaRPr lang="en-US" sz="1000" dirty="0"/>
          </a:p>
          <a:p>
            <a:pPr indent="0" marL="0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哪个招式有效、哪里有坑、热函数怎么改、哪种验证不可信——只存在个人本地；团队重复探索、专家经验带不走，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优化边际效率不升反降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A（各自为战）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7572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B（各自为战）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811780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C（各自为战）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75988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" y="2286000"/>
            <a:ext cx="47457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86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优化流水线（.opencode 硬门禁）：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→ 计划评审 → 实现 → 代码评审 → 测试 A/B → 决策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11780" y="2651760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" y="2770632"/>
            <a:ext cx="4745736" cy="384048"/>
          </a:xfrm>
          <a:prstGeom prst="rect">
            <a:avLst/>
          </a:prstGeom>
          <a:solidFill>
            <a:srgbClr val="FFF8F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" y="277063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 .opencode/memory/：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idea_ledger（L001 landed −0.8%）· targets 结构事实 · global_lessons · bad_plans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93492" y="3154680"/>
            <a:ext cx="-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队友复用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811780" y="3154680"/>
            <a:ext cx="0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新人接手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30068" y="3154680"/>
            <a:ext cx="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Agent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38912" y="3648456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经验止步个人目录——无汇聚 · 无治理 · 随人流失，新人与新 Agent 永远从零开始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38912" y="3895344"/>
            <a:ext cx="4745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例：shrink_node「hoist sc-&gt;priority」bench 实测 −0.8%——这类可复用经验此前只躺在个人目录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38912" y="4517136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业界记忆方案只解决「个体的存与取」；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知识漂移 · 反馈自增强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两大致命风险与团队级复用均无人治理：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" y="4919472"/>
          <a:ext cx="481888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749808"/>
                <a:gridCol w="914400"/>
                <a:gridCol w="713232"/>
                <a:gridCol w="795528"/>
                <a:gridCol w="56692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存取检索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冲突治理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版本化发布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团队策展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v3 OSS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ADD-only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Zep / Graphiti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 双时态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memU / EverOS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分层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直接共享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行级冲突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Hub 本方案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混合检索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七路+双时态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3门+eval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semver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双评审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438912" y="6345936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∴ 团队级治理层（门控 · 策展 · 版本化）为本方案独有——差异化护城河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623560" y="914400"/>
            <a:ext cx="6135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经验如「私有 npm 包」——消费→蒸馏→门控→发布→再消费，全自动闭环、越用越准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623560" y="1188720"/>
            <a:ext cx="4160520" cy="1243584"/>
          </a:xfrm>
          <a:prstGeom prst="rect">
            <a:avLst/>
          </a:prstGeom>
          <a:solidFill>
            <a:srgbClr val="F4FAF9"/>
          </a:solidFill>
          <a:ln w="15875">
            <a:solidFill>
              <a:srgbClr val="2E9E9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33288" y="1225296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团队中央经验仓</a:t>
            </a:r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（semver 发布 · lockfile 钉版 · 可回滚 · 可审计）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73328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76072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策展入库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七路分类 · 双人评审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708202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708202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10946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CI 五道门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lint·脱敏·去重·eval·测试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843076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843076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5820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staging 收件箱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成员蒸馏包投稿 PR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5733288" y="1792224"/>
            <a:ext cx="1938528" cy="548640"/>
          </a:xfrm>
          <a:prstGeom prst="rect">
            <a:avLst/>
          </a:prstGeom>
          <a:solidFill>
            <a:srgbClr val="CFEDEA"/>
          </a:solidFill>
          <a:ln w="12700">
            <a:solidFill>
              <a:srgbClr val="2E9E94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788152" y="1792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knowledge/ 知识库 — 引擎A 治理合并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· subsystems · targets（F/H/A/V/B/L）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七路关系分类 · 双时态墓碑 · 永不物删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7735824" y="1792224"/>
            <a:ext cx="1938528" cy="54864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790688" y="1792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skills/ 技能库 — 引擎B 竞争进化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· technique · domain + best_skill.md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SkillOpt 有界编辑 · eval 门 · GEPA/Pareto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5943600" y="2432304"/>
            <a:ext cx="0" cy="237744"/>
          </a:xfrm>
          <a:prstGeom prst="line">
            <a:avLst/>
          </a:prstGeom>
          <a:noFill/>
          <a:ln w="25400">
            <a:solidFill>
              <a:srgbClr val="2E9E94"/>
            </a:solidFill>
            <a:prstDash val="solid"/>
            <a:tailEnd type="triangle"/>
          </a:ln>
        </p:spPr>
      </p:sp>
      <p:sp>
        <p:nvSpPr>
          <p:cNvPr id="60" name="Text 57"/>
          <p:cNvSpPr/>
          <p:nvPr/>
        </p:nvSpPr>
        <p:spPr>
          <a:xfrm>
            <a:off x="6108192" y="2432304"/>
            <a:ext cx="3584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发布回灌：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nightly 七步 · GEPA 寻优 · semver · broadcast 钉版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5623560" y="2670048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715000" y="26700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消费 · 自动挂载：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skill-memory.lock 钉版 + resolve 注入「Hub 上下文」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644384" y="2962656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5623560" y="3072384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715000" y="307238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Agent 优化流水线：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→ 计划评审 → 实现 → 代码评审 → 测试 → 决策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7644384" y="3364992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5623560" y="3474720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715000" y="34747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收口蒸馏 sediment：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LLM 双段抽取 → Tier-1 候选 → ④ 投稿 PR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747504" y="3621024"/>
            <a:ext cx="0" cy="-1188720"/>
          </a:xfrm>
          <a:prstGeom prst="line">
            <a:avLst/>
          </a:prstGeom>
          <a:noFill/>
          <a:ln w="254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70" name="Text 67"/>
          <p:cNvSpPr/>
          <p:nvPr/>
        </p:nvSpPr>
        <p:spPr>
          <a:xfrm>
            <a:off x="5623560" y="3986784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MCP：resolve / sediment / status（7338）· hub 不可达静默降级、不阻塞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9948672" y="1207008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创新点1：双资产双引擎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9948672" y="1399032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知识＝七路关系分类 + 双时态墓碑，永不物删；技能＝SkillOpt + Pareto，eval 门内进化——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业界记忆方案缺失的治理层</a:t>
            </a:r>
            <a:endParaRPr lang="en-US" sz="750" dirty="0"/>
          </a:p>
        </p:txBody>
      </p:sp>
      <p:sp>
        <p:nvSpPr>
          <p:cNvPr id="73" name="Text 70"/>
          <p:cNvSpPr/>
          <p:nvPr/>
        </p:nvSpPr>
        <p:spPr>
          <a:xfrm>
            <a:off x="9948672" y="2176272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创新点2：eval门×GEPA 进化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9948672" y="236829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技能改动须留出套件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「严格变好且零回归」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才入库，根治「自增强跑偏」；引入 GEPA 反思进化 + Pareto 前沿自动寻优技能文本</a:t>
            </a:r>
            <a:endParaRPr lang="en-US" sz="750" dirty="0"/>
          </a:p>
        </p:txBody>
      </p:sp>
      <p:sp>
        <p:nvSpPr>
          <p:cNvPr id="75" name="Text 72"/>
          <p:cNvSpPr/>
          <p:nvPr/>
        </p:nvSpPr>
        <p:spPr>
          <a:xfrm>
            <a:off x="9948672" y="3145536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创新点3：零侵入 · 好上手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9948672" y="333756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研发习惯零改动：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上下文自动挂载、收口自动蒸馏；MCP 即插即用、故障静默降级；蒸馏到发布全自动闭环，人只做晋升审批</a:t>
            </a:r>
            <a:endParaRPr lang="en-US" sz="750" dirty="0"/>
          </a:p>
        </p:txBody>
      </p:sp>
      <p:sp>
        <p:nvSpPr>
          <p:cNvPr id="77" name="Text 74"/>
          <p:cNvSpPr/>
          <p:nvPr/>
        </p:nvSpPr>
        <p:spPr>
          <a:xfrm>
            <a:off x="5623560" y="4498848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开箱即带全队经验；经验跨人跨迭代复利，吞吐与命中率随使用持续提升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5623560" y="4809744"/>
            <a:ext cx="30175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提效：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告别重复探索与重复踩坑；专家经验成为质量门保护的团队资产，不随人员流失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易用：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研发习惯零改动、MCP 即插即用；新人与新 Agent 冷启动预期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从周级降到天级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底噪 / 指令数 / 功耗 / 编译器后端任意 Agent 优化场景即插即用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self-evolving agent 长期记忆——安全积累 · 矛盾治理 · 全程审计</a:t>
            </a:r>
            <a:endParaRPr lang="en-US" sz="950" dirty="0"/>
          </a:p>
        </p:txBody>
      </p:sp>
      <p:sp>
        <p:nvSpPr>
          <p:cNvPr id="79" name="Text 76"/>
          <p:cNvSpPr/>
          <p:nvPr/>
        </p:nvSpPr>
        <p:spPr>
          <a:xfrm>
            <a:off x="8759952" y="47914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经验资产复利（示意）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Hub 复利 · 无 Hub 随人清零</a:t>
            </a:r>
            <a:endParaRPr lang="en-US" sz="750" dirty="0"/>
          </a:p>
        </p:txBody>
      </p:sp>
      <p:graphicFrame>
        <p:nvGraphicFramePr>
          <p:cNvPr id="80" name="Chart 0" descr=""/>
          <p:cNvGraphicFramePr/>
          <p:nvPr/>
        </p:nvGraphicFramePr>
        <p:xfrm>
          <a:off x="8741664" y="5102352"/>
          <a:ext cx="1682496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1" name="Text 77"/>
          <p:cNvSpPr/>
          <p:nvPr/>
        </p:nvSpPr>
        <p:spPr>
          <a:xfrm>
            <a:off x="10497312" y="4791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预期收益目标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相对现状改善幅度（%）</a:t>
            </a:r>
            <a:endParaRPr lang="en-US" sz="750" dirty="0"/>
          </a:p>
        </p:txBody>
      </p:sp>
      <p:graphicFrame>
        <p:nvGraphicFramePr>
          <p:cNvPr id="82" name="Chart 1" descr=""/>
          <p:cNvGraphicFramePr/>
          <p:nvPr/>
        </p:nvGraphicFramePr>
        <p:xfrm>
          <a:off x="10479024" y="5102352"/>
          <a:ext cx="1298448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3" name="Text 78"/>
          <p:cNvSpPr/>
          <p:nvPr/>
        </p:nvSpPr>
        <p:spPr>
          <a:xfrm>
            <a:off x="8741664" y="6309360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进展：双仓全链路已打通（154 项测试 · 5 道 CI 门 · 离线基准全绿）</a:t>
            </a:r>
            <a:endParaRPr lang="en-US" sz="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GEPA 反思进化集成中 · 真机收益数据随试点回填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2026-07-24T14:57:55Z</dcterms:created>
  <dcterms:modified xsi:type="dcterms:W3CDTF">2026-07-24T14:57:55Z</dcterms:modified>
</cp:coreProperties>
</file>