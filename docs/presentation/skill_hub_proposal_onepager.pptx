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40404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hh 系</c:v>
                  </c:pt>
                  <c:pt idx="1">
                    <c:v>mm 系</c:v>
                  </c:pt>
                  <c:pt idx="2">
                    <c:v>wq 系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0.2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40404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hh 系</c:v>
                  </c:pt>
                  <c:pt idx="1">
                    <c:v>mm 系</c:v>
                  </c:pt>
                  <c:pt idx="2">
                    <c:v>wq 系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600" u="none">
                  <a:solidFill>
                    <a:srgbClr val="40404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0404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recall@5</c:v>
                </c:pt>
              </c:strCache>
            </c:strRef>
          </c:tx>
          <c:spPr>
            <a:solidFill>
              <a:srgbClr val="2E9E94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40404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BM25</c:v>
                  </c:pt>
                  <c:pt idx="1">
                    <c:v>向量</c:v>
                  </c:pt>
                  <c:pt idx="2">
                    <c:v>混合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0.8</c:v>
                </c:pt>
                <c:pt idx="2">
                  <c:v>1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650" u="none">
                  <a:solidFill>
                    <a:srgbClr val="40404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0404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Hub：</a:t>
            </a:r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鸿蒙内核智能优化的团队级自进化经验中枢</a:t>
            </a:r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（提案人 00XXXXXX）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841248"/>
            <a:ext cx="507492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7380" y="68580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897380" y="685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77256" y="841248"/>
            <a:ext cx="642823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6972" y="68580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6972" y="685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4389120"/>
            <a:ext cx="5074920" cy="2267712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23060" y="4233672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623060" y="42336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现有方案不足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77256" y="4389120"/>
            <a:ext cx="6428232" cy="2267712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5492" y="4233672"/>
            <a:ext cx="26517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5492" y="4233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收益和商业价值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" y="950976"/>
            <a:ext cx="4745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驱动的内核优化（内存底噪 · 指令数 · 功耗）规模化铺开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——真瓶颈不是「单次优化」，而是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「经验能否复利积累」</a:t>
            </a:r>
            <a:endParaRPr lang="en-US" sz="1000" dirty="0"/>
          </a:p>
          <a:p>
            <a:pPr indent="0" marL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哪个招式有效、哪里有坑、热函数怎么改、哪种验证不可信——只存在个人本地；团队重复探索、专家经验带不走，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优化边际效率不升反降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1901952"/>
            <a:ext cx="14173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A（各自为战）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7572" y="2157984"/>
            <a:ext cx="0" cy="11887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03120" y="1901952"/>
            <a:ext cx="14173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B（各自为战）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11780" y="2157984"/>
            <a:ext cx="0" cy="11887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67328" y="1901952"/>
            <a:ext cx="141732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C（各自为战）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75988" y="2157984"/>
            <a:ext cx="0" cy="118872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" y="2286000"/>
            <a:ext cx="474573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2860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优化流水线（.opencode 硬门禁）：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→ 计划评审 → 实现 → 代码评审 → 测试 A/B → 决策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811780" y="2651760"/>
            <a:ext cx="0" cy="109728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" y="2770632"/>
            <a:ext cx="4745736" cy="384048"/>
          </a:xfrm>
          <a:prstGeom prst="rect">
            <a:avLst/>
          </a:prstGeom>
          <a:solidFill>
            <a:srgbClr val="FFF8F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77063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本地经验 .opencode/memory/：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idea_ledger（L001 landed −0.8%）· targets 结构事实 · global_lessons · bad_plans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93492" y="3154680"/>
            <a:ext cx="-1664208" cy="146304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38912" y="33101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队友复用 </a:t>
            </a:r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11780" y="3154680"/>
            <a:ext cx="0" cy="146304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103120" y="33101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新人接手 </a:t>
            </a:r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30068" y="3154680"/>
            <a:ext cx="1664208" cy="146304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767328" y="3310128"/>
            <a:ext cx="1417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Agent </a:t>
            </a:r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8912" y="3648456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经验止步个人目录——无汇聚 · 无治理 · 随人流失，新人与新 Agent 永远从零开始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8912" y="3895344"/>
            <a:ext cx="4745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例：shrink_node「hoist sc-&gt;priority」bench 实测 −0.8%——这类可复用经验此前只躺在个人目录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8912" y="4517136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业界记忆方案只解决「个体的存与取」；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知识漂移 · 反馈自增强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两大致命风险与团队级复用均无人治理：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" y="4919472"/>
          <a:ext cx="4818888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749808"/>
                <a:gridCol w="914400"/>
                <a:gridCol w="713232"/>
                <a:gridCol w="795528"/>
                <a:gridCol w="566928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存取检索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冲突治理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质量门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版本化发布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团队策展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 v3 OSS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ADD-only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Zep / Graphiti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双时态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memU / EverOS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分层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 直接共享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行级冲突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Hub 本方案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混合检索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七路+双时态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3门+eval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semver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B7A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双评审</a:t>
                      </a:r>
                      <a:endParaRPr lang="en-US" sz="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EC"/>
                    </a:solidFill>
                  </a:tcPr>
                </a:tc>
              </a:tr>
            </a:tbl>
          </a:graphicData>
        </a:graphic>
      </p:graphicFrame>
      <p:sp>
        <p:nvSpPr>
          <p:cNvPr id="43" name="Text 40"/>
          <p:cNvSpPr/>
          <p:nvPr/>
        </p:nvSpPr>
        <p:spPr>
          <a:xfrm>
            <a:off x="438912" y="6345936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∴ 团队级治理层（门控 · 策展 · 版本化）为本方案独有——差异化护城河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623560" y="914400"/>
            <a:ext cx="6135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经验如「私有 npm 包」——消费→蒸馏→门控→发布→再消费，全自动闭环、越用越准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623560" y="1188720"/>
            <a:ext cx="4160520" cy="1243584"/>
          </a:xfrm>
          <a:prstGeom prst="rect">
            <a:avLst/>
          </a:prstGeom>
          <a:solidFill>
            <a:srgbClr val="F4FAF9"/>
          </a:solidFill>
          <a:ln w="15875">
            <a:solidFill>
              <a:srgbClr val="2E9E9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33288" y="1225296"/>
            <a:ext cx="3941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hm-skill-hub 团队中央经验仓</a:t>
            </a:r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（semver 发布 · lockfile 钉版 · 可回滚 · 可审计）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733288" y="1426464"/>
            <a:ext cx="12435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60720" y="1426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策展入库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七路分类 · 双人评审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7082028" y="1581912"/>
            <a:ext cx="-1051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7082028" y="1426464"/>
            <a:ext cx="12435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09460" y="1426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CI 五道门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lint·脱敏·去重·eval·测试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8430768" y="1581912"/>
            <a:ext cx="-105156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8430768" y="1426464"/>
            <a:ext cx="12435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458200" y="1426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staging 收件箱</a:t>
            </a:r>
            <a:endParaRPr lang="en-US" sz="6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成员蒸馏包投稿 PR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5733288" y="1792224"/>
            <a:ext cx="1938528" cy="548640"/>
          </a:xfrm>
          <a:prstGeom prst="rect">
            <a:avLst/>
          </a:prstGeom>
          <a:solidFill>
            <a:srgbClr val="CFEDEA"/>
          </a:solidFill>
          <a:ln w="12700">
            <a:solidFill>
              <a:srgbClr val="2E9E9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88152" y="1792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knowledge/ 知识库 — 引擎A 治理合并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· subsystems · targets（F/H/A/V/B/L）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七路关系分类 · 双时态墓碑 · 永不物删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7735824" y="1792224"/>
            <a:ext cx="1938528" cy="5486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790688" y="1792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skills/ 技能库 — 引擎B 竞争进化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· technique · domain + best_skill.md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SkillOpt 有界编辑 · eval 门 · Pareto 前沿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5943600" y="2432304"/>
            <a:ext cx="0" cy="237744"/>
          </a:xfrm>
          <a:prstGeom prst="line">
            <a:avLst/>
          </a:prstGeom>
          <a:noFill/>
          <a:ln w="25400">
            <a:solidFill>
              <a:srgbClr val="2E9E94"/>
            </a:solidFill>
            <a:prstDash val="solid"/>
            <a:tailEnd type="triangle"/>
          </a:ln>
        </p:spPr>
      </p:sp>
      <p:sp>
        <p:nvSpPr>
          <p:cNvPr id="60" name="Text 57"/>
          <p:cNvSpPr/>
          <p:nvPr/>
        </p:nvSpPr>
        <p:spPr>
          <a:xfrm>
            <a:off x="6108192" y="24323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发布回灌：</a:t>
            </a:r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nightly 七步 · semver · broadcast 钉版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5623560" y="2670048"/>
            <a:ext cx="4050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15000" y="267004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消费 · 自动挂载：</a:t>
            </a:r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skill-memory.lock 钉版 + resolve 注入「Hub 上下文」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644384" y="2962656"/>
            <a:ext cx="0" cy="109728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5623560" y="3072384"/>
            <a:ext cx="4050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715000" y="3072384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Agent 优化流水线：</a:t>
            </a:r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→ 计划评审 → 实现 → 代码评审 → 测试 → 决策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7644384" y="3364992"/>
            <a:ext cx="0" cy="109728"/>
          </a:xfrm>
          <a:prstGeom prst="line">
            <a:avLst/>
          </a:prstGeom>
          <a:noFill/>
          <a:ln w="15875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5623560" y="3474720"/>
            <a:ext cx="405079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715000" y="347472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收口蒸馏 sediment：</a:t>
            </a:r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+ LLM 双段抽取 → Tier-1 候选 → ④ 投稿 PR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9747504" y="3621024"/>
            <a:ext cx="0" cy="-1188720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70" name="Text 67"/>
          <p:cNvSpPr/>
          <p:nvPr/>
        </p:nvSpPr>
        <p:spPr>
          <a:xfrm>
            <a:off x="5623560" y="398678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MCP：resolve / sediment / status（7338）· hub 不可达静默降级、不阻塞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9948672" y="120700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创新点1：双资产双引擎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9948672" y="13990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知识＝七路关系分类 + 双时态墓碑，永不物删；技能＝SkillOpt + Pareto，eval 门内进化——</a:t>
            </a:r>
            <a:pPr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业界记忆方案缺失的治理层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9948672" y="2176272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创新点2：eval-gate 反喂安全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9948672" y="236829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技能改动须留出套件</a:t>
            </a:r>
            <a:pPr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「严格变好且零回归」</a:t>
            </a:r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才入库，根治「自增强跑偏」；≥3 次连续改进才解锁自动合并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9948672" y="31455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创新点3：全自动闭环工程化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9948672" y="333756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蒸馏→门控→发布→回灌全自动，人只握晋升审批权；</a:t>
            </a:r>
            <a:pPr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独立实例自动毕业为技能</a:t>
            </a:r>
            <a:pPr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；MCP 静默降级不阻塞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5623560" y="4498848"/>
            <a:ext cx="613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 / 新 Agent 开箱即带全队经验；经验跨人跨迭代复利，吞吐与命中率随使用持续提升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5623560" y="4809744"/>
            <a:ext cx="30175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提效：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告别重复探索与重复踩坑；专家经验成为质量门保护的团队资产，不随人员流失</a:t>
            </a:r>
            <a:endParaRPr lang="en-US" sz="950" dirty="0"/>
          </a:p>
          <a:p>
            <a:pPr indent="0" marL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通用：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底噪 / 指令数 / 功耗 / 编译器后端任意 Agent 优化场景即插即用</a:t>
            </a:r>
            <a:endParaRPr lang="en-US" sz="950" dirty="0"/>
          </a:p>
          <a:p>
            <a:pPr indent="0" marL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落地：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双仓全链路已实现——154 项测试 · 7 份 schema · 5 道 CI 门 · 3 个 MCP 工具 · hub v0.2.0 已发版</a:t>
            </a:r>
            <a:endParaRPr lang="en-US" sz="950" dirty="0"/>
          </a:p>
          <a:p>
            <a:pPr indent="0" marL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前沿：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self-evolving agent 长期记忆——安全积累 · 矛盾治理 · 全程审计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8778240" y="47914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技能优化门（9-case 套件）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rate 0.67 → 1.00</a:t>
            </a:r>
            <a:endParaRPr lang="en-US" sz="750" dirty="0"/>
          </a:p>
        </p:txBody>
      </p:sp>
      <p:graphicFrame>
        <p:nvGraphicFramePr>
          <p:cNvPr id="80" name="Chart 0" descr=""/>
          <p:cNvGraphicFramePr/>
          <p:nvPr/>
        </p:nvGraphicFramePr>
        <p:xfrm>
          <a:off x="8778240" y="5102352"/>
          <a:ext cx="1481328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1" name="Text 77"/>
          <p:cNvSpPr/>
          <p:nvPr/>
        </p:nvSpPr>
        <p:spPr>
          <a:xfrm>
            <a:off x="10332720" y="47914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检索消融 recall@5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查询 · 混合 ≥ 单臂</a:t>
            </a:r>
            <a:endParaRPr lang="en-US" sz="750" dirty="0"/>
          </a:p>
        </p:txBody>
      </p:sp>
      <p:graphicFrame>
        <p:nvGraphicFramePr>
          <p:cNvPr id="82" name="Chart 1" descr=""/>
          <p:cNvGraphicFramePr/>
          <p:nvPr/>
        </p:nvGraphicFramePr>
        <p:xfrm>
          <a:off x="10332720" y="5102352"/>
          <a:ext cx="1444752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3" name="Text 78"/>
          <p:cNvSpPr/>
          <p:nvPr/>
        </p:nvSpPr>
        <p:spPr>
          <a:xfrm>
            <a:off x="8778240" y="636422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离线可复现代理套件——控制流已打通，真机 A/B 为下一步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2026-07-23T22:30:34Z</dcterms:created>
  <dcterms:modified xsi:type="dcterms:W3CDTF">2026-07-23T22:30:34Z</dcterms:modified>
</cp:coreProperties>
</file>