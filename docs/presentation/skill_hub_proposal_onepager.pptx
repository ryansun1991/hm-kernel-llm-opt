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11640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Hub：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鸿蒙内核智能优化的团队级自进化经验中枢</a:t>
            </a:r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（提案人 00XXXXXX）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274320" y="841248"/>
            <a:ext cx="507492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897380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问题背景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77256" y="841248"/>
            <a:ext cx="642823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776972" y="685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创新方案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" y="4389120"/>
            <a:ext cx="5074920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623060" y="42336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现有方案不足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77256" y="4389120"/>
            <a:ext cx="6428232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65492" y="4233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收益和商业价值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8912" y="969264"/>
            <a:ext cx="474573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驱动的内核优化（内存底噪 · 指令数 · 功耗）规模化铺开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——真瓶颈不是「单次优化」，而是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「经验复利」</a:t>
            </a:r>
            <a:endParaRPr lang="en-US" sz="1000" dirty="0"/>
          </a:p>
          <a:p>
            <a:pPr indent="0" marL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经验孤岛：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哪个招式有效、哪里有坑、热函数怎么改、哪种验证不可信——只存在个人本地，无法跨人 / 跨项目 / 跨时间复用</a:t>
            </a:r>
            <a:endParaRPr lang="en-US" sz="1000" dirty="0"/>
          </a:p>
          <a:p>
            <a:pPr indent="0" marL="0">
              <a:lnSpc>
                <a:spcPct val="112000"/>
              </a:lnSpc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重复踩坑 · 无法传承：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团队重复探索同一方向；专家经验带不走，新人与新 Agent 从零开始，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优化边际效率不升反降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" y="2395728"/>
            <a:ext cx="141732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239572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A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本地经验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03120" y="2395728"/>
            <a:ext cx="141732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3120" y="239572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B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本地经验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767328" y="2395728"/>
            <a:ext cx="141732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67328" y="239572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 C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本地经验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47572" y="2871216"/>
            <a:ext cx="736092" cy="274320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2811780" y="2871216"/>
            <a:ext cx="-50292" cy="274320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475988" y="2871216"/>
            <a:ext cx="-836676" cy="274320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915668" y="2569464"/>
            <a:ext cx="128016" cy="128016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15668" y="2697480"/>
            <a:ext cx="128016" cy="-128016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79876" y="2569464"/>
            <a:ext cx="128016" cy="128016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79876" y="2697480"/>
            <a:ext cx="128016" cy="-128016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98448" y="3145536"/>
            <a:ext cx="2926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298448" y="314553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团队共享经验池（缺失）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298448" y="3145536"/>
            <a:ext cx="2926080" cy="438912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98448" y="3584448"/>
            <a:ext cx="2926080" cy="-438912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712464"/>
            <a:ext cx="4745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经验随人员流动而流失；新人 / 新 Agent 每次从零开始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38912" y="4572000"/>
            <a:ext cx="47457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业界 Agent 记忆方案（mem0 / Zep / memU）只解决「存与取」，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没有团队级治理</a:t>
            </a:r>
            <a:endParaRPr lang="en-US" sz="1000" dirty="0"/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风险① 知识漂移：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经验自相矛盾、随时间失效，越积越乱</a:t>
            </a:r>
            <a:endParaRPr lang="en-US" sz="1000" dirty="0"/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风险② 反馈自增强：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自积累让均值变好，个别场景被悄悄做坏</a:t>
            </a:r>
            <a:endParaRPr lang="en-US" sz="1000" dirty="0"/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 git 共享也不行：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行级合并让知识自相矛盾、技能被某人一周的坏经验覆盖</a:t>
            </a:r>
            <a:endParaRPr lang="en-US" sz="1000" dirty="0"/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无质量门 · 无审计 · 无版本——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规模越大，污染风险越大</a:t>
            </a:r>
            <a:endParaRPr lang="en-US" sz="1000" dirty="0"/>
          </a:p>
          <a:p>
            <a:pPr indent="0" marL="0">
              <a:lnSpc>
                <a:spcPct val="118000"/>
              </a:lnSpc>
              <a:spcBef>
                <a:spcPts val="700"/>
              </a:spcBef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∴ 需要：带质量治理、可自进化的团队级经验基础设施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41848" y="950976"/>
            <a:ext cx="6099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核心思想：</a:t>
            </a:r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把团队优化经验治理成「私有 npm 包」——全自动闭环、越用越准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41848" y="1261872"/>
            <a:ext cx="6099048" cy="804672"/>
          </a:xfrm>
          <a:prstGeom prst="rect">
            <a:avLst/>
          </a:prstGeom>
          <a:solidFill>
            <a:srgbClr val="D9EEEC"/>
          </a:solidFill>
          <a:ln w="15875">
            <a:solidFill>
              <a:srgbClr val="2E9E9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9864" y="1298448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hm-skill-hub 团队中央经验仓：</a:t>
            </a:r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semver 发布 + lockfile 钉版 · 可回滚 · 全程可审计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769864" y="1517904"/>
            <a:ext cx="2889504" cy="475488"/>
          </a:xfrm>
          <a:prstGeom prst="rect">
            <a:avLst/>
          </a:prstGeom>
          <a:solidFill>
            <a:srgbClr val="CFEDEA"/>
          </a:solidFill>
          <a:ln w="12700">
            <a:solidFill>
              <a:srgbClr val="2E9E9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151790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知识 · 引擎A 治理型合并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只追加 + 七路关系分类 · 双时态墓碑不物删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750808" y="1517904"/>
            <a:ext cx="2862072" cy="475488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33104" y="151790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 技能 · 引擎B 竞争式进化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SkillOpt 有界编辑 · eval 严格变好 · Pareto 防塌缩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989320" y="2066544"/>
            <a:ext cx="0" cy="420624"/>
          </a:xfrm>
          <a:prstGeom prst="line">
            <a:avLst/>
          </a:prstGeom>
          <a:noFill/>
          <a:ln w="25400">
            <a:solidFill>
              <a:srgbClr val="2E9E94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6172200" y="212140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发布回灌：</a:t>
            </a:r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nightly 七步 → semver + scorecard → broadcast 自动钉版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1631168" y="2487168"/>
            <a:ext cx="0" cy="-420624"/>
          </a:xfrm>
          <a:prstGeom prst="line">
            <a:avLst/>
          </a:prstGeom>
          <a:noFill/>
          <a:ln w="25400">
            <a:solidFill>
              <a:srgbClr val="ED7D31"/>
            </a:solidFill>
            <a:prstDash val="solid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10332720" y="21214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过三道门 → 入库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641848" y="2487168"/>
            <a:ext cx="188366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15000" y="24871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消费 · 自动挂载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· 6 接入点 · 静默降级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525512" y="2752344"/>
            <a:ext cx="210312" cy="0"/>
          </a:xfrm>
          <a:prstGeom prst="line">
            <a:avLst/>
          </a:prstGeom>
          <a:noFill/>
          <a:ln w="2222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735824" y="2487168"/>
            <a:ext cx="188366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808976" y="24871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收口 · 自动蒸馏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+ LLM 双段抽取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9619488" y="2752344"/>
            <a:ext cx="210312" cy="0"/>
          </a:xfrm>
          <a:prstGeom prst="line">
            <a:avLst/>
          </a:prstGeom>
          <a:noFill/>
          <a:ln w="2222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9829800" y="2487168"/>
            <a:ext cx="188366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2952" y="24871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门控 · 策展入库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五道门 + 双人评审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641848" y="3163824"/>
            <a:ext cx="60990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创新点1 双资产双引擎：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知识与技能分治、各配治理引擎，根除「漂移」与「坏经验覆盖」——业界记忆方案缺失的治理层</a:t>
            </a:r>
            <a:endParaRPr lang="en-US" sz="95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创新点2 eval-gate 反喂安全：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技能改动须留出套件「严格变好且零回归」才入库，根治「自增强跑偏」</a:t>
            </a:r>
            <a:endParaRPr lang="en-US" sz="95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9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创新点3 全自动闭环：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蒸馏 → 门控 → 发布 → 回灌全自动，≥2 独立实例自动毕业为技能，人只握审批权；MCP 接入，故障静默降级不阻塞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641848" y="4535424"/>
            <a:ext cx="6099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 / 新 Agent 开箱即带全队经验；经验复利，吞吐与命中率随使用持续提升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41848" y="4846320"/>
            <a:ext cx="609904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提效：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重复探索与重复踩坑显著减少；专家经验沉淀为质量门保护的团队资产，不随人员流失</a:t>
            </a:r>
            <a:endParaRPr lang="en-US" sz="100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通用：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内存底噪 / 指令数 / 功耗 / 编译器后端等任意 Agent 优化场景即插即用的自进化记忆底座</a:t>
            </a:r>
            <a:endParaRPr lang="en-US" sz="100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落地验证：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全链路已实现、离线可复现——154 项测试 · 5 道 CI 门 · 3 个 MCP 工具 · 检索 recall@5=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七路分类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48/48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优化门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0.67→1.00</a:t>
            </a:r>
            <a:endParaRPr lang="en-US" sz="1000" dirty="0"/>
          </a:p>
          <a:p>
            <a:pPr indent="0" marL="0">
              <a:lnSpc>
                <a:spcPct val="112000"/>
              </a:lnSpc>
              <a:spcBef>
                <a:spcPts val="300"/>
              </a:spcBef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前沿：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直面 self-evolving agent / 长期记忆研究热点——安全积累 · 矛盾治理 · 全程审计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2026-07-23T19:38:11Z</dcterms:created>
  <dcterms:modified xsi:type="dcterms:W3CDTF">2026-07-23T19:38:11Z</dcterms:modified>
</cp:coreProperties>
</file>