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931920"/>
            <a:ext cx="6035040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424160" cy="10972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团队级 Skill / Memory 仓库闭环方案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42416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Team Skill Hub  ·  本地沉淀 → 团队技能仓 → 反哺 Pipeline → 闭环迭代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69080"/>
            <a:ext cx="104241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可迭代  ·  可沉淀  ·  可闭环优化  ·  可复用  ·  稳定可用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42416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方法来源（业界研究参考）：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138928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SkillOpt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51389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Mem0 / Zep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1888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3" y="5138928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Voyager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51392" y="5138928"/>
            <a:ext cx="216712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Draft v2.2  ·  2026-05  ·  研究 + 方案设计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闭环全景 · 两仓协同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消费 → 蒸馏 → 沉淀合并 → 评测后发布 → 再消费（每个环节都有质量关卡）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514600" cy="1600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hm-skill-hub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团队资产库 · 版本化(semver)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skills/ 技能·引擎B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knowledge/ 知识·引擎A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331720"/>
            <a:ext cx="2697480" cy="1600200"/>
          </a:xfrm>
          <a:prstGeom prst="roundRect">
            <a:avLst>
              <a:gd name="adj" fmla="val 10000"/>
            </a:avLst>
          </a:prstGeom>
          <a:solidFill>
            <a:srgbClr val="E2F7F3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pipeline 运行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（每位成员各自跑）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research→plan→code→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review→test→decision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2331720" cy="1600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local/ 运行证据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sediment_staging 暂存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（Tier1 候选沉淀）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2148840" cy="1600200"/>
          </a:xfrm>
          <a:prstGeom prst="roundRect">
            <a:avLst>
              <a:gd name="adj" fmla="val 10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策展器 + CI 关卡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去重·消解冲突·评测闸门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去敏(清密钥)·保留互补候选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175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74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消费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978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蒸馏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沉淀PR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48640" y="4343400"/>
            <a:ext cx="11155680" cy="658368"/>
          </a:xfrm>
          <a:prstGeom prst="leftArrow">
            <a:avLst/>
          </a:prstGeom>
          <a:solidFill>
            <a:srgbClr val="E3ED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④ 发布：评测闸门通过才回灌 pipeline（锁定版本 · 可复现 · 可回滚）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每个环节都有质量关卡，脏数据不会滚雪球；hub 以“锁定版本”反向喂回，可复现、可回滚。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脊柱：两类资产 · 两套合并引擎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团队记忆仓失败的根因：用同一套 git 行级合并治理两类资产 → 必须分开走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Skills 技能（做法/流程）— 引擎 B：改动须通过验证才合并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493776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成员提议有界改动 增/删/改（单次改动量受“文本学习率”约束）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697480"/>
            <a:ext cx="36576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在留出的评测套件上：分数严格变好？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2468880"/>
            <a:ext cx="0" cy="22860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是 → 采纳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更新技能正本 + 评分卡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FDE7E9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否 → 记入被拒改动表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（bad_edits·不再重试）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920240" y="3246120"/>
            <a:ext cx="548640" cy="228600"/>
          </a:xfrm>
          <a:prstGeom prst="line">
            <a:avLst/>
          </a:prstGeom>
          <a:ln w="22225">
            <a:solidFill>
              <a:srgbClr val="16A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23360" y="3246120"/>
            <a:ext cx="548640" cy="228600"/>
          </a:xfrm>
          <a:prstGeom prst="line">
            <a:avLst/>
          </a:prstGeom>
          <a:ln w="22225">
            <a:solidFill>
              <a:srgbClr val="DC3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4251960"/>
            <a:ext cx="4937760" cy="603504"/>
          </a:xfrm>
          <a:prstGeom prst="roundRect">
            <a:avLst>
              <a:gd name="adj" fmla="val 9000"/>
            </a:avLst>
          </a:prstGeom>
          <a:solidFill>
            <a:srgbClr val="E6E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保留互补候选（Pareto 前沿）：防多人改动互相覆盖、塌缩为局部最优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 知识（事实/教训）— 引擎 A：按条目合并 + 去重 + 消解矛盾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每条一稳定 ID · 按条目合并（绝不做 git 行级合并）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606040"/>
            <a:ext cx="502920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近似重复？→ 合并来源，确认次数 +1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3291840"/>
            <a:ext cx="502920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互相矛盾？→ 按证据强弱与新旧裁决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旧记录标“已被取代”，保留不删、可追溯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06908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都不是 → 新增入库（须带来源 + 证据，无来源即拒）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0" y="242316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1120" y="315468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93192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知识靠『按条目合并 + 去重 + 消解矛盾』；技能靠『验证后才合并 + 保留互补候选』。两类资产，两台引擎，分开治理。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沉淀漏斗：三层 · 三道关卡 · 成熟度 L0–L3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一条原始运行轨迹，如何层层过关、晋升为团队共享资产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9647" y="1234440"/>
            <a:ext cx="7772400" cy="5486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Tier0 原始运行轨迹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plans · reviews · bench · design（本地，可能含密钥）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21127" y="1965960"/>
            <a:ext cx="6949440" cy="54864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Tier1 候选 = L1 — 结构化 + 来源 + 证据（暂存区 staging）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6887" y="2697480"/>
            <a:ext cx="621792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关卡1 · 格式校验 / 规范检查 / 去敏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647" y="3429000"/>
            <a:ext cx="54864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关卡2 · 证据门：有引用 · 有收益数据 · ≥N 次确认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407" y="4160520"/>
            <a:ext cx="475488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关卡3 · 策展 + 评测：去重合并 + 双人评审 + 评测闸门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4167" y="4892040"/>
            <a:ext cx="4023360" cy="548640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Tier2 = L2 稳定版 → 进 knowledge/ 或 skills/domain/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1367" y="5623560"/>
            <a:ext cx="3108960" cy="548640"/>
          </a:xfrm>
          <a:prstGeom prst="roundRect">
            <a:avLst>
              <a:gd name="adj" fmla="val 9000"/>
            </a:avLst>
          </a:prstGeom>
          <a:solidFill>
            <a:srgbClr val="C7ECD6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L3 核心 → skills/core/（组织级金标准）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178308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8727" y="17282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收口点蒸馏 hmopt sediment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" y="251460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97763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470915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544067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78727" y="53858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跨子团队复用成功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697480"/>
            <a:ext cx="2194560" cy="8229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拒 → 打回 / 留本地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无证据 → 留 L1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破例 → 降级 + 签字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（不设豁免口子）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skills/ 内部布局：消灭组合爆炸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首要判据：做法/流程 = 技能，事实/教训 = 知识；只有 3 个维度是真正的技能文件夹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11091672" cy="38404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判定：做法/流程 → 技能（照着执行·靠改措辞调优·评测能衡量）　｜　事实/结论/教训 → 知识（供查阅·靠增删纠错条目维护）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27632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流程 / 跨切面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优化招式（mechanism）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44368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子系统（subsystem）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02735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目录（dir）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61103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文件（file）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19471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函数（function/符号）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627632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skills/core/   流程·跨切面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23957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skills/technique/   优化招式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1638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skills/domain/ 按子系统/  ← 唯一触及代码结构的层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2245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knowledge/targets/facts/  文件级事实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9926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 idea_ledger + 符号选择器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1883664"/>
            <a:ext cx="4297680" cy="27431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2542032"/>
            <a:ext cx="4297680" cy="13716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91840" y="3200400"/>
            <a:ext cx="4297680" cy="246888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291840" y="3447288"/>
            <a:ext cx="4297680" cy="4114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91840" y="4507992"/>
            <a:ext cx="4297680" cy="9144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91840" y="5175503"/>
            <a:ext cx="4297680" cy="100585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11880" y="3703320"/>
            <a:ext cx="384048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目录：写进 domain 技能的“适用路径”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（不单独建目录）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组合而非枚举：加载时按目标解析出 domain 技能，顺 requires 拉入 core+technique，再按符号检索挂上对应 knowledge。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"/>
            <a:ext cx="12191695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27432"/>
            <a:ext cx="10789920" cy="4572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完整工程目录 Layout · hm-skill-hub（团队共享） + .opencode（执行面）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73152"/>
            <a:ext cx="54864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85216"/>
            <a:ext cx="7223760" cy="2194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① 中央资产仓 hm-skill-hub/  ·  团队共享 · 版本化(semver) · 只读消费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04672"/>
            <a:ext cx="7223760" cy="5989320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hm-skill-hub/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团队共享 · 版本化(semver)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registry.yaml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总清单:技能/版本/评测状态/负责人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schemas/ 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各类记录的 JSON-Schema(校验门)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skills/  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技能(引擎B · 过 eval-gate 竞争式优化)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core/ 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流程·跨切面(全子系统通用)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optimization-funnel/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例:优化漏斗主流程 — 内容如下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SKILL.md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选中即读:何时用 + 怎么用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best_skill.md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SkillOpt 优化出的“正本”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evals/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技能内·私有评测:用哪套题 + 留出用例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candidates/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Pareto 前沿:互补候选(防塌缩)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scorecards/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本技能历次 A/B 跑分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└─ references/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重材料(按需加载)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stage-gate-enforcement/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例:阶段门禁强制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technique/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优化招式 · 按 mechanism 命名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hoist-loop-invariant/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例:循环不变量外提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batch-coalescing/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例:批量合并写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domain/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按子系统(唯一触及代码结构)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mm-reclaim/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例:内存回收(SKILL.md + references/)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hyperhold-io/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例:hyperhold I/O 路径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_registry/skills.yaml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全量索引 + 子系统选择器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agents/  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角色定义(procedural · 评审制·非 eval)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os-opt-manager.md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Conductor 总调度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kernel-code-agent.md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Coder 改代码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kernel-reviewer.md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Reviewer 代码评审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kernel-research.md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研究 / 溯源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kernel-tester-agent.md · *-opt.md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Verifier + 各子系统角色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commands/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slash 命令入口(procedural)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optimize_*.md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generic/hyperhold/memmgr/workqueue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research.md · plan.md · review_sync.md · function_detail.md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pipelines/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流水线预设 profile(procedural)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generic_full · hyperhold_full · memmgr_reclaim_full · sync_review · workqueue_full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docs/    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harness 规范(procedural · 原 .opencode/CLAUDE.md)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harness_engineer_system.md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工程系统规范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memory_system.md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记忆系统规范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knowledge/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知识(引擎A · 分层 · 每条一文件)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global/{lessons,anti_patterns}/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例:G012_* / A007_*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subsystems/&lt;s&gt;.md · targets/&lt;slug&gt;/{facts,decisions,idea_ledger}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index/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向量检索索引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evidence/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可复核证据(每条回链来源)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benchmarks/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例:mm-reclaim_2026Q2.json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regressions/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例:R031_shrink_node.json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eval/    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顶层·团队共享评测(≠ 技能内 evals/)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task_suites/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可复用任务集 例:mm_reclaim_suite/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scorecards/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发布级评分 例:funnel_v3_*.md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policies/                     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promotion / merge / deprecation 规则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staging/&lt;member&gt;/&lt;date&gt;/*.json   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入站候选(Tier1)</a:t>
            </a:r>
          </a:p>
          <a:p>
            <a:pPr algn="l">
              <a:spcBef>
                <a:spcPts val="0"/>
              </a:spcBef>
              <a:spcAft>
                <a:spcPts val="75"/>
              </a:spcAft>
            </a:pPr>
            <a:r>
              <a:rPr sz="72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tools/ · .github/workflows/ci.yml      </a:t>
            </a:r>
            <a:r>
              <a:rPr sz="6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脚本 + CI(校验/去敏/评测闸门)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585216"/>
            <a:ext cx="4389120" cy="2194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② 业务仓 .opencode/  ·  执行面（本地叠加 + 在途沉淀）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822960"/>
            <a:ext cx="4480560" cy="1737360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.opencode/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在业务仓 hm-kernel-llm-opt 内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hub/  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submodule · 锁定 hub 版本(只读)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local/    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本成员执行面产物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runs/&lt;run_id&gt;/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plans·reviews·bench·patches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 └─ &lt;target&gt;_design.md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每次运行设计(建议留存)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memory/ 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在途工作记忆(Tier1)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sediment_staging/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蒸馏候选 → PR 到 hub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state/current_task.json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纯运行态(gitignore)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skill-memory.lock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锁定 hub 版本(semver+SHA)</a:t>
            </a:r>
          </a:p>
          <a:p>
            <a:pPr algn="l">
              <a:spcBef>
                <a:spcPts val="0"/>
              </a:spcBef>
              <a:spcAft>
                <a:spcPts val="110"/>
              </a:spcAft>
            </a:pPr>
            <a:r>
              <a:rPr sz="80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resolver.py              </a:t>
            </a:r>
            <a:r>
              <a:rPr sz="76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先 hub 共享, 再叠加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542032"/>
            <a:ext cx="4389120" cy="2194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>
                <a:solidFill>
                  <a:srgbClr val="0F1E3D"/>
                </a:solidFill>
                <a:latin typeface="Microsoft YaHei"/>
                <a:ea typeface="Microsoft YaHei"/>
                <a:cs typeface="Microsoft YaHei"/>
              </a:rPr>
              <a:t>三类资产 → 唯一归宿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779776"/>
            <a:ext cx="4370832" cy="6766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做法/流程 → hub（skills · agents · commands · pipelines · docs）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事实/教训 → hub knowledge ｜ 运行证据 → local/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19856"/>
            <a:ext cx="4389120" cy="2194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>
                <a:solidFill>
                  <a:srgbClr val="0F1E3D"/>
                </a:solidFill>
                <a:latin typeface="Microsoft YaHei"/>
                <a:ea typeface="Microsoft YaHei"/>
                <a:cs typeface="Microsoft YaHei"/>
              </a:rPr>
              <a:t>布局设计要点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657600"/>
            <a:ext cx="4370832" cy="6766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· 资产/执行面分离：hub 只读共享·版本化；local 个人在途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· 每条知识 = 一文件 + 稳定 ID：规避 git 行级冲突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· 子模块锁定 + 版本锁：可复现·防漂移·宕机本地兜底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36592"/>
            <a:ext cx="4389120" cy="2194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>
                <a:solidFill>
                  <a:srgbClr val="0F1E3D"/>
                </a:solidFill>
                <a:latin typeface="Microsoft YaHei"/>
                <a:ea typeface="Microsoft YaHei"/>
                <a:cs typeface="Microsoft YaHei"/>
              </a:rPr>
              <a:t>治理差异 · 谁过 eval-gate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974336"/>
            <a:ext cx="4370832" cy="6766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· skills/ → 引擎B：eval-gate 竞争式优化（严格变好才合并）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· agents/commands/pipelines/docs → 评审制 + semver（不过 eval）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· knowledge → 引擎A 集合并去重；evidence/eval → 回链审计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943600"/>
            <a:ext cx="4389120" cy="2194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>
                <a:solidFill>
                  <a:srgbClr val="0F1E3D"/>
                </a:solidFill>
                <a:latin typeface="Microsoft YaHei"/>
                <a:ea typeface="Microsoft YaHei"/>
                <a:cs typeface="Microsoft YaHei"/>
              </a:rPr>
              <a:t>消费 · 高可用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6181344"/>
            <a:ext cx="4370832" cy="67665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· submodule pin + skill-memory.lock：可复现、防漂移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4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· 中央仓宕机 → resolver 回退上次本地快照并告警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分阶段路线图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Phase 3（搭建 eval 评测套件）是关键瓶颈（长杆），红色标注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7" name="Chevron 6"/>
          <p:cNvSpPr/>
          <p:nvPr/>
        </p:nvSpPr>
        <p:spPr>
          <a:xfrm>
            <a:off x="411480" y="2331720"/>
            <a:ext cx="2395728" cy="155448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抽取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1–2w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双仓锁定 + 路径兼容</a:t>
            </a:r>
          </a:p>
        </p:txBody>
      </p:sp>
      <p:sp>
        <p:nvSpPr>
          <p:cNvPr id="9" name="Chevron 8"/>
          <p:cNvSpPr/>
          <p:nvPr/>
        </p:nvSpPr>
        <p:spPr>
          <a:xfrm>
            <a:off x="2642616" y="2331720"/>
            <a:ext cx="2395728" cy="15544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2–3w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9776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hmopt sediment 沉淀</a:t>
            </a:r>
          </a:p>
        </p:txBody>
      </p:sp>
      <p:sp>
        <p:nvSpPr>
          <p:cNvPr id="11" name="Chevron 10"/>
          <p:cNvSpPr/>
          <p:nvPr/>
        </p:nvSpPr>
        <p:spPr>
          <a:xfrm>
            <a:off x="4873752" y="2331720"/>
            <a:ext cx="2395728" cy="155448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策展+合并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3–6w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0912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引擎A + CI + 规则文档</a:t>
            </a:r>
          </a:p>
        </p:txBody>
      </p:sp>
      <p:sp>
        <p:nvSpPr>
          <p:cNvPr id="13" name="Chevron 12"/>
          <p:cNvSpPr/>
          <p:nvPr/>
        </p:nvSpPr>
        <p:spPr>
          <a:xfrm>
            <a:off x="7104888" y="2331720"/>
            <a:ext cx="2395728" cy="1554480"/>
          </a:xfrm>
          <a:prstGeom prst="chevron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评测门 ★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6–10w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core 评测套件 + 引擎B</a:t>
            </a:r>
          </a:p>
        </p:txBody>
      </p:sp>
      <p:sp>
        <p:nvSpPr>
          <p:cNvPr id="15" name="Chevron 14"/>
          <p:cNvSpPr/>
          <p:nvPr/>
        </p:nvSpPr>
        <p:spPr>
          <a:xfrm>
            <a:off x="9336024" y="2331720"/>
            <a:ext cx="2395728" cy="1554480"/>
          </a:xfrm>
          <a:prstGeom prst="chevron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4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自动优化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10w+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3184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定时作业 + 发布节奏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先用 symlink 软链兜底、跑通双仓（Phase 0）；评测套件最难也最值；优化作业从半自动逐步走向全自动。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v2.2 · 2026-05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