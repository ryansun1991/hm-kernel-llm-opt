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42416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方法来源（业界研究参考）：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138928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51389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3" y="5138928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5138928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v2.1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评测后发布 → 再消费（每个环节都有质量关卡）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团队资产库 · 版本化(semver)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技能·引擎B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知识·引擎A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（每位成员各自跑）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 暂存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候选沉淀）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策展器 + CI 关卡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去重·消解冲突·评测闸门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去敏(清密钥)·保留互补候选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发布：评测闸门通过才回灌 pipeline（锁定版本 · 可复现 · 可回滚）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每个环节都有质量关卡，脏数据不会滚雪球；hub 以“锁定版本”反向喂回，可复现、可回滚。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团队记忆仓失败的根因：用同一套 git 行级合并治理两类资产 → 必须分开走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 技能（做法/流程）— 引擎 B：改动须通过验证才合并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成员提议有界改动 增/删/改（单次改动量受“文本学习率”约束）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在留出的评测套件上：分数严格变好？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采纳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更新技能正本 + 评分卡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记入被拒改动表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（bad_edits·不再重试）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保留互补候选（Pareto 前沿）：防多人改动互相覆盖、塌缩为局部最优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 知识（事实/教训）— 引擎 A：按条目合并 + 去重 + 消解矛盾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每条一稳定 ID · 按条目合并（绝不做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合并来源，确认次数 +1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互相矛盾？→ 按证据强弱与新旧裁决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旧记录标“已被取代”，保留不删、可追溯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都不是 → 新增入库（须带来源 + 证据，无来源即拒）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知识靠『按条目合并 + 去重 + 消解矛盾』；技能靠『验证后才合并 + 保留互补候选』。两类资产，两台引擎，分开治理。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三道关卡 · 成熟度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一条原始运行轨迹，如何层层过关、晋升为团队共享资产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原始运行轨迹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结构化 + 来源 + 证据（暂存区 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关卡1 · 格式校验 / 规范检查 / 去敏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关卡2 · 证据门：有引用 · 有收益数据 · ≥N 次确认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关卡3 · 策展 + 评测：去重合并 + 双人评审 + 评测闸门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稳定版 → 进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核心 → skills/core/（组织级金标准）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（不设豁免口子）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首要判据：做法/流程 = 技能，事实/教训 = 知识；只有 3 个维度是真正的技能文件夹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判定：做法/流程 → 技能（照着执行·靠改措辞调优·评测能衡量）　｜　事实/结论/教训 → 知识（供查阅·靠增删纠错条目维护）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27632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优化招式（mechanism）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子系统（subsystem）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02735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目录（dir）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61103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文件（file）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19471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函数（function/符号）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27632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23957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638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唯一触及代码结构的层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245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  文件级事实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9926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符号选择器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1883664"/>
            <a:ext cx="4297680" cy="27431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542032"/>
            <a:ext cx="4297680" cy="13716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3200400"/>
            <a:ext cx="4297680" cy="24688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447288"/>
            <a:ext cx="4297680" cy="4114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4507992"/>
            <a:ext cx="4297680" cy="9144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1840" y="5175503"/>
            <a:ext cx="4297680" cy="100585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370332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目录：写进 domain 技能的“适用路径”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组合而非枚举：加载时按目标解析出 domain 技能，顺 requires 拉入 core+technique，再按符号检索挂上对应 knowledge。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完整工程目录 Layout：两仓职责划清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两仓分工：hm-skill-hub = 团队共享资产（版本化、只读消费）｜ .opencode/ = 各成员执行面（本地叠加 + 在途沉淀）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60704"/>
            <a:ext cx="6903720" cy="53400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115568"/>
            <a:ext cx="6675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① 中央资产仓 hm-skill-hub/ — 团队共享 · 版本化（举例展开）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8176"/>
            <a:ext cx="6858000" cy="4956048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hm-skill-hub/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团队共享 · 版本化(semver)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registry.yaml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总清单:技能/版本/评测/负责人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schemas/  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各类记录的格式约束(校验用)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skills/   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技能(引擎B) · 三层结构见上一页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core/  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流程·跨切面(全子系统通用)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optimization-funnel/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例:优化漏斗主流程 — 文件夹内容如下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SKILL.md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选中即读:何时用 + 怎么用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best_skill.md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SkillOpt 优化出的“正本”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evals/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技能内·私有评测:用哪套题 + 留出用例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candidates/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Pareto 前沿:互补候选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├─ scorecards/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本技能历次 A/B 跑分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└─ references/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重材料(按需加载)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stage-gate-enforcement/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例:阶段门禁强制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technique/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优化招式 · 按 mechanism 命名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hoist-loop-invariant/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例:循环不变量外提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batch-coalescing/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例:批量合并写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domain/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按子系统(唯一触及代码结构)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mm-reclaim/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例:内存回收(含 references/)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hyperhold-io/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例:hyperhold I/O 路径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_registry/skills.yaml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全量索引 + 子系统选择器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knowledge/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知识(引擎A·分层·每条一文件)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global/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全局教训 / 反模式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lessons/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例:G012_reclaim-twice.md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anti_patterns/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例:A007_busy-wait.md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subsystems/&lt;s&gt;.md  ·  targets/&lt;slug&gt;/{facts,decisions,idea_ledger}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index/ 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向量检索索引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evidence/ 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可复核证据(每条回链来源)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benchmarks/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例:mm-reclaim_2026Q2.json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regressions/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例:R031_shrink_node.json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eval/         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顶层·团队共享评测(区别于技能内 evals/)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task_suites/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可复用任务集 例:mm_reclaim_suite/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scorecards/                    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发布级评分 例:funnel_v3_*.md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6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policies/ staging/ tools/ .github/   </a:t>
            </a:r>
            <a:r>
              <a:rPr sz="819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规则·入站候选·脚本·CI 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078992"/>
            <a:ext cx="4325112" cy="25054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52144"/>
            <a:ext cx="411480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② 业务仓 .opencode/ — 每成员执行面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444752"/>
            <a:ext cx="4206240" cy="2103120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.opencode/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在业务仓内 · 执行面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hub/   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子模块·锁定版本(只读)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local/ 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本成员执行产物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runs/&lt;run_id&gt;/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plans/reviews/bench…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  &lt;target&gt;_design.md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运行证据(建议留存)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memory/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在途记忆(Tier1)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sediment_staging/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候选包 → PR 到 hub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state/current_task.json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纯运行态(gitignore)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skill-memory.lock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锁定版本(semver+SHA)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resolver.py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先 hub 再叠加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694176"/>
            <a:ext cx="4325112" cy="8412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三类资产 → 唯一归宿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做法/流程→hub skills；事实/教训→hub knowledge；运行证据→local/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645152"/>
            <a:ext cx="4325112" cy="54864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资产面 / 执行面分离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hub 只读·共享·版本化；local 个人·在途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5230368"/>
            <a:ext cx="4325112" cy="548640"/>
          </a:xfrm>
          <a:prstGeom prst="roundRect">
            <a:avLst>
              <a:gd name="adj" fmla="val 10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每条知识 = 一文件 + 稳定 ID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规避 git 行级冲突，热点文件不争用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5815584"/>
            <a:ext cx="4325112" cy="530352"/>
          </a:xfrm>
          <a:prstGeom prst="roundRect">
            <a:avLst>
              <a:gd name="adj" fmla="val 10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子模块锁定 + 版本锁文件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可复现·防漂移·中央仓宕机本地兜底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3（搭建 eval 评测套件）是关键瓶颈（长杆），红色标注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双仓锁定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 沉淀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规则文档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评测门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评测套件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先用 symlink 软链兜底、跑通双仓（Phase 0）；评测套件最难也最值；优化作业从半自动逐步走向全自动。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